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1" y="457200"/>
            <a:ext cx="8229600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B5CC8E"/>
            </a:solidFill>
          </a:ln>
          <a:effectLst>
            <a:outerShdw blurRad="76200" dist="38100" dir="5400000" algn="t" rotWithShape="0">
              <a:srgbClr val="000000">
                <a:alpha val="1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opBanner"/>
          <p:cNvSpPr/>
          <p:nvPr/>
        </p:nvSpPr>
        <p:spPr>
          <a:xfrm>
            <a:off x="457200" y="457200"/>
            <a:ext cx="8229600" cy="914400"/>
          </a:xfrm>
          <a:prstGeom prst="roundRect">
            <a:avLst>
              <a:gd name="adj" fmla="val 3000"/>
            </a:avLst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127"/>
            <a:ext cx="73152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3200" b="1" dirty="0">
                <a:solidFill>
                  <a:srgbClr val="FFFFFF"/>
                </a:solidFill>
                <a:latin typeface="Georgia"/>
                <a:cs typeface="Georgia"/>
              </a:rPr>
              <a:t>CERTIFICAT DE RÉUSSITE</a:t>
            </a:r>
          </a:p>
        </p:txBody>
      </p:sp>
      <p:sp>
        <p:nvSpPr>
          <p:cNvPr id="30" name="Star1"/>
          <p:cNvSpPr/>
          <p:nvPr/>
        </p:nvSpPr>
        <p:spPr>
          <a:xfrm>
            <a:off x="1143000" y="600000"/>
            <a:ext cx="457200" cy="457200"/>
          </a:xfrm>
          <a:prstGeom prst="star5">
            <a:avLst/>
          </a:prstGeom>
          <a:solidFill>
            <a:srgbClr val="D1C4E9">
              <a:alpha val="60000"/>
            </a:srgbClr>
          </a:solidFill>
          <a:ln w="0"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Star2"/>
          <p:cNvSpPr/>
          <p:nvPr/>
        </p:nvSpPr>
        <p:spPr>
          <a:xfrm>
            <a:off x="7543800" y="600000"/>
            <a:ext cx="457200" cy="457200"/>
          </a:xfrm>
          <a:prstGeom prst="star5">
            <a:avLst/>
          </a:prstGeom>
          <a:solidFill>
            <a:srgbClr val="D1C4E9">
              <a:alpha val="60000"/>
            </a:srgbClr>
          </a:solidFill>
          <a:ln w="0"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Felicitations"/>
          <p:cNvSpPr txBox="1"/>
          <p:nvPr/>
        </p:nvSpPr>
        <p:spPr>
          <a:xfrm>
            <a:off x="1371600" y="1628745"/>
            <a:ext cx="6400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2000" i="1">
                <a:solidFill>
                  <a:srgbClr val="7E57C2"/>
                </a:solidFill>
                <a:latin typeface="Georgia"/>
                <a:cs typeface="Georgia"/>
              </a:rPr>
              <a:t>Félicitations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72789"/>
            <a:ext cx="6400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600" dirty="0">
                <a:solidFill>
                  <a:srgbClr val="666666"/>
                </a:solidFill>
                <a:latin typeface="Calibri"/>
                <a:cs typeface="Calibri"/>
              </a:rPr>
              <a:t>SmileyCX Academy est fière de certifier 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3200" b="1" dirty="0">
                <a:latin typeface="Georgia"/>
                <a:cs typeface="Georgia"/>
              </a:rPr>
              <a:t>[Nom de l'apprenant]</a:t>
            </a:r>
          </a:p>
        </p:txBody>
      </p:sp>
      <p:sp>
        <p:nvSpPr>
          <p:cNvPr id="26" name="GoldLine"/>
          <p:cNvSpPr/>
          <p:nvPr/>
        </p:nvSpPr>
        <p:spPr>
          <a:xfrm>
            <a:off x="3200400" y="3150000"/>
            <a:ext cx="2743200" cy="0"/>
          </a:xfrm>
          <a:prstGeom prst="line">
            <a:avLst/>
          </a:prstGeom>
          <a:ln w="19050">
            <a:solidFill>
              <a:srgbClr val="B39DD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53435"/>
            <a:ext cx="64008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600" dirty="0">
                <a:latin typeface="Calibri"/>
                <a:cs typeface="Calibri"/>
              </a:rPr>
              <a:t>a complété avec succès la formation</a:t>
            </a:r>
          </a:p>
          <a:p>
            <a:pPr algn="ctr"/>
            <a:r>
              <a:rPr lang="fr-FR" sz="2000" b="1" dirty="0">
                <a:latin typeface="Georgia"/>
                <a:cs typeface="Georgia"/>
              </a:rPr>
              <a:t>[Nom de la formation]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567" y="480060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888888"/>
                </a:solidFill>
                <a:latin typeface="Calibri"/>
              </a:rPr>
              <a:t>Signature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2635" y="4800600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888888"/>
                </a:solidFill>
                <a:latin typeface="Calibri"/>
              </a:rPr>
              <a:t>Date</a:t>
            </a:r>
          </a:p>
          <a:p>
            <a:r>
              <a:rPr lang="fr-FR" sz="1200" b="1" dirty="0">
                <a:solidFill>
                  <a:srgbClr val="555555"/>
                </a:solidFill>
                <a:latin typeface="Calibri"/>
              </a:rPr>
              <a:t>[JJ/MM/AAAA]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7501" y="4953779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rgbClr val="AAAAAA"/>
                </a:solidFill>
                <a:latin typeface="Calibri"/>
              </a:rPr>
              <a:t>ID: SCX-2026-001</a:t>
            </a:r>
          </a:p>
        </p:txBody>
      </p:sp>
      <p:pic>
        <p:nvPicPr>
          <p:cNvPr id="10" name="Picture 9" descr="9B7BC17E-4654-43B3-971A-E12A070D029B.png">
            <a:extLst>
              <a:ext uri="{FF2B5EF4-FFF2-40B4-BE49-F238E27FC236}">
                <a16:creationId xmlns:a16="http://schemas.microsoft.com/office/drawing/2014/main" id="{AE57A2D2-AC87-C63A-34BE-65A50161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73" t="14131" r="13843" b="14197"/>
          <a:stretch>
            <a:fillRect/>
          </a:stretch>
        </p:blipFill>
        <p:spPr>
          <a:xfrm>
            <a:off x="540000" y="5200000"/>
            <a:ext cx="1200000" cy="758400"/>
          </a:xfrm>
          <a:prstGeom prst="rect">
            <a:avLst/>
          </a:prstGeom>
        </p:spPr>
      </p:pic>
      <p:sp>
        <p:nvSpPr>
          <p:cNvPr id="27" name="BottomBar"/>
          <p:cNvSpPr/>
          <p:nvPr/>
        </p:nvSpPr>
        <p:spPr>
          <a:xfrm>
            <a:off x="457200" y="6172200"/>
            <a:ext cx="8229600" cy="228600"/>
          </a:xfrm>
          <a:prstGeom prst="roundRect">
            <a:avLst>
              <a:gd name="adj" fmla="val 10000"/>
            </a:avLst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41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Marieme Ba</cp:lastModifiedBy>
  <cp:revision>2</cp:revision>
  <dcterms:created xsi:type="dcterms:W3CDTF">2013-01-27T09:14:16Z</dcterms:created>
  <dcterms:modified xsi:type="dcterms:W3CDTF">2026-05-04T16:52:17Z</dcterms:modified>
  <cp:category/>
</cp:coreProperties>
</file>